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4ECDC4">
              <a:alpha val="15000"/>
            </a:srgbClr>
          </a:solidFill>
          <a:ln w="12700">
            <a:solidFill>
              <a:srgbClr val="4ECDC4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Pearls AQI Predictor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8404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7772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Air Quality Index for the Next 3 Days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a 100% Serverless ML Pipeline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2468880" cy="347472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3192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931920"/>
            <a:ext cx="2468880" cy="347472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00C9A7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393192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2468880" cy="347472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348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Hopsworks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4434840"/>
            <a:ext cx="2468880" cy="347472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4348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AQICN 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931920"/>
            <a:ext cx="2468880" cy="347472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00C9A7"/>
            </a:solidFill>
            <a:prstDash val="solid"/>
          </a:ln>
        </p:spPr>
        <p:txBody>
          <a:bodyPr/>
          <a:p>
            <a:pPr algn="ctr"/>
            <a:r>
              <a:rPr lang="en-US" sz="1200" b="1" dirty="0">
                <a:solidFill>
                  <a:srgbClr val="00C9A7"/>
                </a:solidFill>
                <a:sym typeface="+mn-ea"/>
              </a:rPr>
              <a:t>Random Forest</a:t>
            </a:r>
            <a:endParaRPr lang="en-US" sz="1200" b="1" dirty="0">
              <a:solidFill>
                <a:srgbClr val="00C9A7"/>
              </a:solidFill>
              <a:sym typeface="+mn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17920" y="44348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6" name="Text 4"/>
          <p:cNvSpPr/>
          <p:nvPr/>
        </p:nvSpPr>
        <p:spPr>
          <a:xfrm>
            <a:off x="1388745" y="288290"/>
            <a:ext cx="5059045" cy="908050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Name: Syed Rafay Ali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Domain: Data Science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Instructor: Muhammad Mobeen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9A7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Are We Building?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155448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64008" cy="1554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92024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Predict AQI for the next 3 days using real-world air quality data fetched from AQICN API — fully automated, no manual steps.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114800" cy="155448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463040"/>
            <a:ext cx="64008" cy="1554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572768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92024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End-to-end serverless ML pipeline: data ingestion → feature engineering → model training → real-time predictions via web dashboard.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114800" cy="155448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00400"/>
            <a:ext cx="64008" cy="1554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310128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65760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Random Forest Regressor trained on historical AQI data with automated retraining. SHAP values used for explainability.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4114800" cy="155448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200400"/>
            <a:ext cx="64008" cy="1554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310128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365760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Streamlit dashboard showing live AQI predictions, trend charts, and feature importance — accessible from anywhere.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9A7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Tools &amp; Technologies Used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651760" cy="105156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Core Language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51760" cy="105156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554480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Scikit-learn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ML / Random Forest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2651760" cy="1051560"/>
          </a:xfrm>
          <a:prstGeom prst="rect">
            <a:avLst/>
          </a:prstGeom>
          <a:solidFill>
            <a:srgbClr val="0F2444"/>
          </a:solidFill>
          <a:ln w="12700">
            <a:solidFill>
              <a:srgbClr val="4ECDC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554480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</a:rPr>
              <a:t>TensorFlow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201168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Deep Learning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2651760" cy="1051560"/>
          </a:xfrm>
          <a:prstGeom prst="rect">
            <a:avLst/>
          </a:prstGeom>
          <a:solidFill>
            <a:srgbClr val="0F2444"/>
          </a:solidFill>
          <a:ln w="12700">
            <a:solidFill>
              <a:srgbClr val="FFD16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788920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Hopsworks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Feature Store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2697480"/>
            <a:ext cx="2651760" cy="105156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2788920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AQICN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24612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Live AQI 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2697480"/>
            <a:ext cx="2651760" cy="1051560"/>
          </a:xfrm>
          <a:prstGeom prst="rect">
            <a:avLst/>
          </a:prstGeom>
          <a:solidFill>
            <a:srgbClr val="0F2444"/>
          </a:solidFill>
          <a:ln w="12700">
            <a:solidFill>
              <a:srgbClr val="4ECDC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2788920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</a:rPr>
              <a:t>Apache Airflow /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</a:rPr>
              <a:t>GitHub Actions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24612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Pipeline Orchestration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931920"/>
            <a:ext cx="2651760" cy="105156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023360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Streamlit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Dashboard (built)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3931920"/>
            <a:ext cx="2651760" cy="1051560"/>
          </a:xfrm>
          <a:prstGeom prst="rect">
            <a:avLst/>
          </a:prstGeom>
          <a:solidFill>
            <a:srgbClr val="0F2444"/>
          </a:solidFill>
          <a:ln w="12700">
            <a:solidFill>
              <a:srgbClr val="B0C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83280" y="4023360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C4D8"/>
                </a:solidFill>
              </a:rPr>
              <a:t>Flask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448056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Backend (planned)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3931920"/>
            <a:ext cx="2651760" cy="105156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4023360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SHAP + Git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448056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Explainability + Version Control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9A7"/>
                </a:solidFill>
              </a:rPr>
              <a:t>ML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End-to-End Serverless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9788" y="1965960"/>
            <a:ext cx="0" cy="246888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463040"/>
            <a:ext cx="7772400" cy="59436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5087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Data Collection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764792"/>
            <a:ext cx="7498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AQICN API fetches live AQI data for your city automatically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457200" cy="45720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1284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9788" y="2670048"/>
            <a:ext cx="0" cy="246888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167128"/>
            <a:ext cx="7772400" cy="594360"/>
          </a:xfrm>
          <a:prstGeom prst="rect">
            <a:avLst/>
          </a:prstGeom>
          <a:solidFill>
            <a:srgbClr val="0F244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212848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468880"/>
            <a:ext cx="7498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Lag features, rolling stats, time-based signals extracted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16936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1693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9788" y="3374136"/>
            <a:ext cx="0" cy="246888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2871216"/>
            <a:ext cx="7772400" cy="594360"/>
          </a:xfrm>
          <a:prstGeom prst="rect">
            <a:avLst/>
          </a:prstGeom>
          <a:solidFill>
            <a:srgbClr val="0F2444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2916936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Feature Store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172968"/>
            <a:ext cx="7498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Hopsworks stores &amp; serves features for training and inference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21024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2102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" y="4078224"/>
            <a:ext cx="0" cy="246888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3575304"/>
            <a:ext cx="7772400" cy="59436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Model Training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77056"/>
            <a:ext cx="7498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Random Forest Regressor trained and registered in Hopsworks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325112"/>
            <a:ext cx="457200" cy="45720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2511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05840" y="4279392"/>
            <a:ext cx="7772400" cy="594360"/>
          </a:xfrm>
          <a:prstGeom prst="rect">
            <a:avLst/>
          </a:prstGeom>
          <a:solidFill>
            <a:srgbClr val="0F244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432511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</a:rPr>
              <a:t>Predictions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3000" y="4581144"/>
            <a:ext cx="7498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3-day AQI forecast generated on each pipeline run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9A7"/>
                </a:solidFill>
              </a:rPr>
              <a:t>THE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Random Forest Regressor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38328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Why Random Forest?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56616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✓  </a:t>
            </a:r>
            <a:r>
              <a:rPr lang="en-US" sz="1200" dirty="0">
                <a:solidFill>
                  <a:srgbClr val="B0C4D8"/>
                </a:solidFill>
              </a:rPr>
              <a:t>Handles non-linear AQI patterns well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✓  </a:t>
            </a:r>
            <a:r>
              <a:rPr lang="en-US" sz="1200" dirty="0">
                <a:solidFill>
                  <a:srgbClr val="B0C4D8"/>
                </a:solidFill>
              </a:rPr>
              <a:t>Robust to missing/noisy sensor data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✓  </a:t>
            </a:r>
            <a:r>
              <a:rPr lang="en-US" sz="1200" dirty="0">
                <a:solidFill>
                  <a:srgbClr val="B0C4D8"/>
                </a:solidFill>
              </a:rPr>
              <a:t>No feature scaling required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✓  </a:t>
            </a:r>
            <a:r>
              <a:rPr lang="en-US" sz="1200" dirty="0">
                <a:solidFill>
                  <a:srgbClr val="B0C4D8"/>
                </a:solidFill>
              </a:rPr>
              <a:t>Provides feature importance natively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✓  </a:t>
            </a:r>
            <a:r>
              <a:rPr lang="en-US" sz="1200" dirty="0">
                <a:solidFill>
                  <a:srgbClr val="B0C4D8"/>
                </a:solidFill>
              </a:rPr>
              <a:t>Excellent for time-series forecasting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✓  </a:t>
            </a:r>
            <a:r>
              <a:rPr lang="en-US" sz="1200" dirty="0">
                <a:solidFill>
                  <a:srgbClr val="B0C4D8"/>
                </a:solidFill>
              </a:rPr>
              <a:t>Low risk of overfitting with ensemble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4206240" cy="3383280"/>
          </a:xfrm>
          <a:prstGeom prst="rect">
            <a:avLst/>
          </a:prstGeom>
          <a:solidFill>
            <a:srgbClr val="0F2444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5544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Key Features Used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2057400"/>
            <a:ext cx="3840480" cy="54864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093976"/>
            <a:ext cx="2286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</a:rPr>
              <a:t>AQI Lag 1–7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2331720"/>
            <a:ext cx="3474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Previous days' AQI values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715768"/>
            <a:ext cx="3840480" cy="54864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752344"/>
            <a:ext cx="2286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</a:rPr>
              <a:t>Rolling Mean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0" y="2990088"/>
            <a:ext cx="3474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7-day &amp; 14-day moving avg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374136"/>
            <a:ext cx="3840480" cy="54864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410712"/>
            <a:ext cx="2286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</a:rPr>
              <a:t>Hour / Day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3648456"/>
            <a:ext cx="3474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Time-based cyclical features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4032504"/>
            <a:ext cx="3840480" cy="54864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4069080"/>
            <a:ext cx="2286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</a:rPr>
              <a:t>SHAP Values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4306824"/>
            <a:ext cx="3474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Model explainability layer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9A7"/>
                </a:solidFill>
              </a:rPr>
              <a:t>PROGRESS STATUS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What's Built vs What's Remaining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47472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393192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✅  COMPLETED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→  AQICN API integration (token configured)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414016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→  Automated data pipeline / collection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81635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→  Feature engineering module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218688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→  Random Forest model training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621024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→  Hopsworks feature store (token configured)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→  Streamlit dashboard — fully built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425696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→  Model registered in Hopsworks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4206240" cy="3474720"/>
          </a:xfrm>
          <a:prstGeom prst="rect">
            <a:avLst/>
          </a:prstGeom>
          <a:solidFill>
            <a:srgbClr val="0F2444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417320"/>
            <a:ext cx="420624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41732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⏳  REMAINING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01168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→  Flask backend / REST API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487168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→  Flask + Streamlit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962656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→  Backend deployment (serverless)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438144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→  End-to-end integration testing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663440"/>
            <a:ext cx="630936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75% Complete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9A7"/>
                </a:solidFill>
              </a:rPr>
              <a:t>STREAMLIT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Users Will See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3474720"/>
          </a:xfrm>
          <a:prstGeom prst="rect">
            <a:avLst/>
          </a:prstGeom>
          <a:solidFill>
            <a:srgbClr val="0D1F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🌬  Pearls AQI Predictor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468880" cy="1005840"/>
          </a:xfrm>
          <a:prstGeom prst="rect">
            <a:avLst/>
          </a:prstGeom>
          <a:solidFill>
            <a:srgbClr val="0F2444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Today's AQI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166"/>
                </a:solidFill>
              </a:rPr>
              <a:t>82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166"/>
                </a:solidFill>
              </a:rPr>
              <a:t>Moderate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920240"/>
            <a:ext cx="2468880" cy="100584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96596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Tomorrow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224028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</a:rPr>
              <a:t>67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46120" y="265176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</a:rPr>
              <a:t>Good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920240"/>
            <a:ext cx="2468880" cy="1005840"/>
          </a:xfrm>
          <a:prstGeom prst="rect">
            <a:avLst/>
          </a:prstGeom>
          <a:solidFill>
            <a:srgbClr val="0F2444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96596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Day 3 Forecast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224028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166"/>
                </a:solidFill>
              </a:rPr>
              <a:t>91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943600" y="265176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166"/>
                </a:solidFill>
              </a:rPr>
              <a:t>Moderate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5029200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27248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AQI Trend — 7 Day History + 3 Day Forecast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4183380"/>
            <a:ext cx="347472" cy="4343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1288" y="4064924"/>
            <a:ext cx="347472" cy="5527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36776" y="3970159"/>
            <a:ext cx="347472" cy="647561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12264" y="3899085"/>
            <a:ext cx="347472" cy="718635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87752" y="4088615"/>
            <a:ext cx="347472" cy="529105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63240" y="4033335"/>
            <a:ext cx="347472" cy="584385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38728" y="3970159"/>
            <a:ext cx="347472" cy="647561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14216" y="4088615"/>
            <a:ext cx="347472" cy="529105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9704" y="3970159"/>
            <a:ext cx="347472" cy="647561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65192" y="3899085"/>
            <a:ext cx="347472" cy="718635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3063240"/>
            <a:ext cx="2834640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312724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Top Features (SHAP)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3493008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AQI Lag 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40880" y="3529584"/>
            <a:ext cx="137160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0" y="3529584"/>
            <a:ext cx="1165860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3813048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Rolling Mean 7d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40880" y="3849624"/>
            <a:ext cx="137160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40880" y="3849624"/>
            <a:ext cx="987552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4133088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Hour of Day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40880" y="4169664"/>
            <a:ext cx="137160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40880" y="4169664"/>
            <a:ext cx="685800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4453128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AQI Lag 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40880" y="4489704"/>
            <a:ext cx="137160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40880" y="4489704"/>
            <a:ext cx="589788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FFD166">
              <a:alpha val="12000"/>
            </a:srgbClr>
          </a:solidFill>
          <a:ln w="12700">
            <a:solidFill>
              <a:srgbClr val="FFD16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Project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32004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8229600" cy="576072"/>
          </a:xfrm>
          <a:prstGeom prst="roundRect">
            <a:avLst/>
          </a:prstGeom>
          <a:solidFill>
            <a:srgbClr val="0F2444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73352"/>
            <a:ext cx="7863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</a:rPr>
              <a:t>🌐  Built a fully serverless AQI prediction pipeline using Python, Scikit-learn &amp; Hopsworks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576072"/>
          </a:xfrm>
          <a:prstGeom prst="roundRect">
            <a:avLst/>
          </a:prstGeom>
          <a:solidFill>
            <a:srgbClr val="0F2444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59152"/>
            <a:ext cx="7863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</a:rPr>
              <a:t>🤖  Random Forest Regressor trained on AQICN real-time data with feature engineering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576072"/>
          </a:xfrm>
          <a:prstGeom prst="roundRect">
            <a:avLst/>
          </a:prstGeom>
          <a:solidFill>
            <a:srgbClr val="0F2444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44952"/>
            <a:ext cx="7863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</a:rPr>
              <a:t>📊  Streamlit dashboard built and functional — shows 3-day AQI forecasts with SHAP insights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576072"/>
          </a:xfrm>
          <a:prstGeom prst="roundRect">
            <a:avLst/>
          </a:prstGeom>
          <a:solidFill>
            <a:srgbClr val="0F2444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30752"/>
            <a:ext cx="7863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</a:rPr>
              <a:t>🔧  Flask backend and full integration remain as next steps to complete the project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8229600" cy="576072"/>
          </a:xfrm>
          <a:prstGeom prst="roundRect">
            <a:avLst/>
          </a:prstGeom>
          <a:solidFill>
            <a:srgbClr val="0F2444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416552"/>
            <a:ext cx="7863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</a:rPr>
              <a:t>🔑  AQICN &amp; Hopsworks API tokens configured and ready for deployment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A7"/>
                </a:solidFill>
              </a:rPr>
              <a:t>Status: In Progress  •  ~75% Complete  •  Serverless ML Pipeline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3116</Words>
  <Application>WPS Presentation</Application>
  <PresentationFormat>On-screen Show (16:9)</PresentationFormat>
  <Paragraphs>228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Pearls AQI Predictor</dc:title>
  <dc:creator>PptxGenJS</dc:creator>
  <dc:subject>PptxGenJS Presentation</dc:subject>
  <cp:lastModifiedBy>AY</cp:lastModifiedBy>
  <cp:revision>3</cp:revision>
  <dcterms:created xsi:type="dcterms:W3CDTF">2026-06-06T14:08:00Z</dcterms:created>
  <dcterms:modified xsi:type="dcterms:W3CDTF">2026-06-06T14:20:10Z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FA8462CAD5B8421AA044F24850202C30_12</vt:lpwstr>
  </property>
</Properties>
</file>